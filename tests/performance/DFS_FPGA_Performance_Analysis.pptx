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DFS FPGA AES 加速集成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性能分析与预测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工作概述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已完成:</a:t>
            </a:r>
          </a:p>
          <a:p>
            <a:pPr>
              <a:spcAft>
                <a:spcPts val="1400"/>
              </a:spcAft>
              <a:defRPr sz="2200"/>
            </a:pPr>
            <a:r>
              <a:t>  ✓ FPGA AES-256 加密模块集成到 DFS</a:t>
            </a:r>
          </a:p>
          <a:p>
            <a:pPr>
              <a:spcAft>
                <a:spcPts val="1400"/>
              </a:spcAft>
              <a:defRPr sz="2200"/>
            </a:pPr>
            <a:r>
              <a:t>  ✓ CPU vs FPGA 性能对比测试</a:t>
            </a:r>
          </a:p>
          <a:p>
            <a:pPr>
              <a:spcAft>
                <a:spcPts val="1400"/>
              </a:spcAft>
              <a:defRPr sz="2200"/>
            </a:pPr>
            <a:r>
              <a:t>  ✓ SmartNIC 性能预测模型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进行中:</a:t>
            </a:r>
          </a:p>
          <a:p>
            <a:pPr>
              <a:spcAft>
                <a:spcPts val="1400"/>
              </a:spcAft>
              <a:defRPr sz="2200"/>
            </a:pPr>
            <a:r>
              <a:t>  ○ FPGA 动态重配置支持多加密算法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三种实现方案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实现方式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特点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OpenSSL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CPU + AES-NI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通用性强，CPU 占用高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Xilinx U200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加密卸载，PCIe 传输开销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SmartNIC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网卡集成 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零拷贝，CPU 完全卸载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性能测试结果</a:t>
            </a:r>
          </a:p>
        </p:txBody>
      </p:sp>
      <p:pic>
        <p:nvPicPr>
          <p:cNvPr id="3" name="Picture 2" descr="predic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3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OpenSSL vs FPGA (实测) vs SmartNIC (预测)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加速比分析</a:t>
            </a:r>
          </a:p>
        </p:txBody>
      </p:sp>
      <p:pic>
        <p:nvPicPr>
          <p:cNvPr id="3" name="Picture 2" descr="prediction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307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SmartNIC 小文件加速比可达 1.7x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资源使用对比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CPU 使用率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OpenSSL: 3-4%</a:t>
            </a:r>
          </a:p>
          <a:p>
            <a:pPr>
              <a:spcAft>
                <a:spcPts val="800"/>
              </a:spcAft>
              <a:defRPr sz="1800"/>
            </a:pPr>
            <a:r>
              <a:t>FPGA: 2-3%</a:t>
            </a:r>
          </a:p>
          <a:p>
            <a:pPr>
              <a:spcAft>
                <a:spcPts val="800"/>
              </a:spcAft>
              <a:defRPr sz="1800"/>
            </a:pPr>
            <a:r>
              <a:t>SmartNIC: &lt;1%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内存使用率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OpenSSL: 1.5-2%</a:t>
            </a:r>
          </a:p>
          <a:p>
            <a:pPr>
              <a:spcAft>
                <a:spcPts val="800"/>
              </a:spcAft>
              <a:defRPr sz="1800"/>
            </a:pPr>
            <a:r>
              <a:t>FPGA: 1.4-1.9%</a:t>
            </a:r>
          </a:p>
          <a:p>
            <a:pPr>
              <a:spcAft>
                <a:spcPts val="800"/>
              </a:spcAft>
              <a:defRPr sz="1800"/>
            </a:pPr>
            <a:r>
              <a:t>SmartNIC: &lt;0.3%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瓶颈分析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延迟分解:</a:t>
            </a:r>
          </a:p>
          <a:p>
            <a:pPr>
              <a:spcAft>
                <a:spcPts val="1400"/>
              </a:spcAft>
              <a:defRPr sz="2200"/>
            </a:pPr>
            <a:r>
              <a:t>  网络延迟 (85%) + 加密延迟 (10%) + 其他 (5%)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关键发现:</a:t>
            </a:r>
          </a:p>
          <a:p>
            <a:pPr>
              <a:spcAft>
                <a:spcPts val="1400"/>
              </a:spcAft>
              <a:defRPr sz="2200"/>
            </a:pPr>
            <a:r>
              <a:t>  • 网络 I/O 是主要瓶颈，非加密计算</a:t>
            </a:r>
          </a:p>
          <a:p>
            <a:pPr>
              <a:spcAft>
                <a:spcPts val="1400"/>
              </a:spcAft>
              <a:defRPr sz="2200"/>
            </a:pPr>
            <a:r>
              <a:t>  • FPGA AES 吞吐量 8+ GB/s 无法充分发挥</a:t>
            </a:r>
          </a:p>
          <a:p>
            <a:pPr>
              <a:spcAft>
                <a:spcPts val="1400"/>
              </a:spcAft>
              <a:defRPr sz="2200"/>
            </a:pPr>
            <a:r>
              <a:t>  • SmartNIC 可消除协议栈开销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性能预测总结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OpenSSL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SmartNIC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PUT 吞吐量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+5-6%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+15-25%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GET 吞吐量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+10-20%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CPU 使用率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&lt;1%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延迟降低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10-20%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进行中: 动态重配置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目标: FPGA 支持多加密算法动态切换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计划支持的算法:</a:t>
            </a:r>
          </a:p>
          <a:p>
            <a:pPr>
              <a:spcAft>
                <a:spcPts val="1400"/>
              </a:spcAft>
              <a:defRPr sz="2200"/>
            </a:pPr>
            <a:r>
              <a:t>  • AES-256 (已完成)</a:t>
            </a:r>
          </a:p>
          <a:p>
            <a:pPr>
              <a:spcAft>
                <a:spcPts val="1400"/>
              </a:spcAft>
              <a:defRPr sz="2200"/>
            </a:pPr>
            <a:r>
              <a:t>  • SM4 (国密算法)</a:t>
            </a:r>
          </a:p>
          <a:p>
            <a:pPr>
              <a:spcAft>
                <a:spcPts val="1400"/>
              </a:spcAft>
              <a:defRPr sz="2200"/>
            </a:pPr>
            <a:r>
              <a:t>  • ChaCha20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技术方案:</a:t>
            </a:r>
          </a:p>
          <a:p>
            <a:pPr>
              <a:spcAft>
                <a:spcPts val="1400"/>
              </a:spcAft>
              <a:defRPr sz="2200"/>
            </a:pPr>
            <a:r>
              <a:t>  • 部分重配置 (Partial Reconfiguration)</a:t>
            </a:r>
          </a:p>
          <a:p>
            <a:pPr>
              <a:spcAft>
                <a:spcPts val="1400"/>
              </a:spcAft>
              <a:defRPr sz="2200"/>
            </a:pPr>
            <a:r>
              <a:t>  • 算法切换延迟 &lt; 10ms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1. 完成动态重配置模块</a:t>
            </a:r>
          </a:p>
          <a:p>
            <a:pPr>
              <a:spcAft>
                <a:spcPts val="1400"/>
              </a:spcAft>
              <a:defRPr sz="2200"/>
            </a:pPr>
            <a:r>
              <a:t>   • SM4/ChaCha20 内核实现</a:t>
            </a:r>
          </a:p>
          <a:p>
            <a:pPr>
              <a:spcAft>
                <a:spcPts val="1400"/>
              </a:spcAft>
              <a:defRPr sz="2200"/>
            </a:pPr>
            <a:r>
              <a:t>   • 运行时算法切换机制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2. SmartNIC 原型验证</a:t>
            </a:r>
          </a:p>
          <a:p>
            <a:pPr>
              <a:spcAft>
                <a:spcPts val="1400"/>
              </a:spcAft>
              <a:defRPr sz="2200"/>
            </a:pPr>
            <a:r>
              <a:t>   • 零拷贝数据路径实现</a:t>
            </a:r>
          </a:p>
          <a:p>
            <a:pPr>
              <a:spcAft>
                <a:spcPts val="1400"/>
              </a:spcAft>
              <a:defRPr sz="2200"/>
            </a:pPr>
            <a:r>
              <a:t>   • 验证预测模型准确性</a:t>
            </a:r>
          </a:p>
          <a:p>
            <a:pPr>
              <a:spcAft>
                <a:spcPts val="1400"/>
              </a:spcAft>
              <a:defRPr sz="2200"/>
            </a:pPr>
          </a:p>
          <a:p>
            <a:pPr>
              <a:spcAft>
                <a:spcPts val="1400"/>
              </a:spcAft>
              <a:defRPr sz="2200"/>
            </a:pPr>
            <a:r>
              <a:t>3. 性能优化</a:t>
            </a:r>
          </a:p>
          <a:p>
            <a:pPr>
              <a:spcAft>
                <a:spcPts val="1400"/>
              </a:spcAft>
              <a:defRPr sz="2200"/>
            </a:pPr>
            <a:r>
              <a:t>   • 批量加密减少 PCIe 开销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